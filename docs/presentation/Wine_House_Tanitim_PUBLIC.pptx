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C8A45C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2EAEC"/>
                </a:solidFill>
                <a:latin typeface="DejaVu Sans"/>
              </a:rPr>
              <a:t>Akıllı Şarap Restoranı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9A7AE"/>
                </a:solidFill>
                <a:latin typeface="DejaVu Sans"/>
              </a:rPr>
              <a:t>Yerel çalışan · çevrimdışı dayanıklı · rol tabanlı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A7AE"/>
                </a:solidFill>
                <a:latin typeface="DejaVu Sans"/>
              </a:rPr>
              <a:t>Sürüm 0.1.0 · Tanıtım Sunumu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Bir bakışta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Ölçülmüş, test edilmiş, çalışan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Django uygulaması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59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kullanıcı rolü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1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19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hazır rapor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otomatik test · tamamı geçiyor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%73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satır kapsamı (tüm kod)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59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bilinen çalışma zamanı zafiyeti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1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19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çalışma zamanı bağımlılığı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Şarap restoranı neden farklı?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Standart POS yazılımlarının çözemediği sorun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Şarap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iki birimde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satılır — şişe ve kadeh — ama stok tek birimde tutulur.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Açılan bir şişe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bozulmaya başlar</a:t>
            </a:r>
            <a:r>
              <a:rPr sz="1600" b="0">
                <a:solidFill>
                  <a:srgbClr val="F2EAEC"/>
                </a:solidFill>
                <a:latin typeface="DejaVu Sans"/>
              </a:rPr>
              <a:t>; ne zaman açıldığı ve nasıl korunduğu önemlidir.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Bir şişeden çıkması gereken kadeh sayısı ile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gerçekte çıkan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arasındaki fark, doğrudan kâr kaybıdır.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Şarabın bir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içim aralığı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vardır; zamanında satılmayan şişe değer kaybeder.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Kav sıcaklığı birkaç derece saparsa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binlerce liralık envanter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zarar görür.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Sommelier'nin önerisi, o an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stokta olan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şarapla sınırlı olmalıdır.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Wine House ne yapar?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Tek uygulamada, tek veritabanında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Salon operasyonu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masa planı, rezervasyon, adisyon, mutfak ekranı, ödeme, gün sonu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Dijital şarap kavı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künye, yerleşim, parti takibi, kadeh servisi, verim analizi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Menü ve maliyet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reçete, porsiyon maliyeti, alerjen, dinamik fiyatlandırma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Stok ve satın alma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FIFO/FEFO, son kullanma, fire, tedarikçi, teklif karşılaştırma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Müşteri ve personel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KVKK uyumlu CRM, sadakat, vardiya, performans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Raporlama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13 rapor, PDF / Excel /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Yapay zekâ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sommelier asistanı, sağlayıcıdan bağımsız, gizlilik korumalı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Tasarım ilkeleri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Her karar bir gerekçeye dayanır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52251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26633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İlke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52251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26633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Ne anlama geliyor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89058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9356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Yerel öncelikli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89058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9356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İnternet kesildiğinde restoran çalışmaya devam eder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48148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5265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Yapay zekâ isteğe bağlı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148148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25265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AI kapalıyken tüm temel işlevler tam çalışır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7238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81174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Mali kayıtlar dondurulur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707238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81174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Menü fiyatı değişse bile geçmiş hesap değişmez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66329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37083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Silme yerine iz bırakma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266329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37083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Düzeltme ters kayıtla yapılır; denetim izi korunur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25419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92992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Güvenli varsayılan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825419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92992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Tehlikeli özellikler kapalı doğar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84509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48901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En az yetki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5384509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48901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Kullanıcı yalnızca görevini görür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Salon Operasyonu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Masadan kasaya kesintisiz akış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6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Masa planı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Salonun anlık durumu tek ekranda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Bölüm bazlı yerleşim: ana salon, teras, bar, kav odası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Sekiz masa durumu renkle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ve metinle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kodlanır — düşük ışıkta da okunur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Masanın üzerinde açık adisyon numarası ve güncel tutar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Masaya tıklayınca doğrudan adisyona geçilir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Dokunmatik POS için 44 piksellik hedef alanlar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Rezervasyon çakışma denetimi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Aynı masa iki kez verilemez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Rezervasyon oluştur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Masa 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Zaman aralığı kesişiyor mu?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Kapasite yeterli mi?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Onay veya 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Çakışma varsa sistem masayı atamaz ve hangi rezervasyonla çakıştığını söyler.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Adisyon: fiyat neden dondurulur?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Mali doğruluğun temeli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Dondurulmasaydı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Menü fiyatı bugün değişir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Dünkü adisyonun tutarı da değişir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Muhasebe ile kasa tutmaz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Geçmiş rapor her çalıştırmada farklı sonuç verir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Wine House'ta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Satır oluşurken fiyat, KDV, maliyet ve ürün adı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kopyalanır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Menü sonradan değişse bile geçmiş hesap sabit kalır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Bir yıl sonra çalıştırılan rapor aynı sonucu verir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Gün sonu kapanışında toplamlar ayrıca dondurulur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Hazırlık fişi ve mutfak ekranı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KOT üretimi ve KDS akışı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Sipariş gönderildiğinde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istasyon başına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ayrı fiş üretilir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Yemek mutfağa, içecek bara, şarap sommelier ekranına düşer — otomatik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Fiş rengi süreye göre değişir: gri → sarı →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kırmızı (gecikti)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Alerjen uyarısı fişte kırmızı satır olarak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Fiş ilerletme: Sırada → Hazırlanıyor → Hazır → Servis edildi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Gönderilmiş satır asla iki kez gönderilmez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Hesap bölme ve ödeme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Koltuk bazlı bölme, çoklu ödeme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Koltuk numarasına göre otomatik bölme — her koltuk ayrı adisyon olur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Adisyon birleştirme: iki masa birleşirse hesaplar da birleşir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Nakit, kart, yemek kartı, havale, hediye çeki, sadakat puanı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Kısmi ödeme desteklenir; kalan borç her an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Kart komisyonu otomatik hesaplanır ve net tutar raporlanır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Sandbox modu: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bu sürümde gerçek para hareketi yoktur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Gün sonu ve kasa mutabakatı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Kapanış bir kez yapılır ve dondurulur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Açık adisyon varken gün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kapatılamaz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eksik hesap gün sonuna karışmaz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Beklenen nakit ile sayılan nakit karşılaştırılır, fark gösterilir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Ödeme yöntemi dağılımı, iptal ve iade tutarları hesaplanır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Tüm toplamlar günlük özet tablosuna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dondurulur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Raporlar bu dondurulmuş özetten okur — geçmiş hiç değişmez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Dijital Şarap Kavı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Sistemin ayırt edici çekirdeği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13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Şarap künyesi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Bir sommelier'nin bilmek istediği her şey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Üretici, bağ, ülke → bölge → apelasyon hiyerarşisi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Üzüm bileşimi ve oranları — %60 Öküzgözü, %40 Boğazkere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Rekolte, alkol oranı, şişe hacmi, sülfit ve vegan bilgisi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Tadım profili: gövde · asidite · tanen · tatlılık (0–5 ölçek)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Aroma notları, servis sıcaklığı, dekantasyon süresi, kadeh tipi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İçim aralığı: başlangıç · zirve · bitiş yılı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Barkod, iç QR kodu, etiket fotoğrafı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Kav yerleşimi ve saklama koşulları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Envanterin fiziksel gerçekliği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Hiyerarşik yerleşim: kav → dolap → raf → bölme → vitrin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konum için hedef sıcaklık, nem ve tolerans tanımlanır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Sıcaklık/nem ölçümleri kaydedilir; aralık dışı sapma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uyarı üretir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Konum doluluk oranı ve depolanan şişe sayısı anlık görünür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Özel kav müşterilerinin şişeleri ayrı tutulur ve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işletme değerlemesine dâhil edilmez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Parti (lot) takibi ve FEFO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Hangi şişe önce çıkmalı?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satın alma partisi ayrı izlenir: giriş tarihi, birim maliyet, tedarikçi, konum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FEFO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en erken tüketilmesi gereken parti önce açılır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Parti bazlı maliyet, doğru kârlılık hesabının temelidir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Fatura referansı ve tedarikçi bağlantısı korunur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Kalan şişe sayısı, giren şişe sayısını asla aşamaz (veritabanı kısıtı)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Kadeh satışı stoktan nasıl düşer?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Sistemin en ince iş kuralı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Kadeh servis et (150 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Yeterli hacimli açık şişe var mı?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Yoksa: FEFO ile parti seç → stoktan 1 şişe düş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Açık şişenin kalan hacmini 150 ml azalt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Servis kaydı yaz (satış / tadım / ikram / dökülme)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Yarım kadehten az kalırsa şişe otomatik olarak 'bitti' işaretlenir. İki garson aynı anda son şişeyi açamaz — satır kilidi vardır.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Verim analizi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750 ml şişe · 150 ml kadeh · teorik 5 kadeh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beklenen kadeh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4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gerçekleşen kadeh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600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servis edilen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%80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gerçekleşen verim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150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kayıp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 kadeh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kaçan gelir · her şişede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Teorik ile gerçekleşen arasındaki fark dökülme veya ölçüsüz servisi işaret eder. Kadeh/şişe karşılaştırma raporu bunu şişe şişe gösterir.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Açılmış şişe ve kusur takibi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Kayıp nerede oluşuyor?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Servis yöntemine göre tazelik süresi: standart 48 saat · koruma sistemi 1 hafta · iğne sistemi 30 gün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Süresini aşan şişeler ekranda işaretlenir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Kusur kaydı: mantar hatası (TCA), oksidasyon, redüksiyon, ısı hasarı, dökülme, kırılma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kusur stoktan düşer ve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tahmini kayıp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hesaplanır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Çözüm izlenir: tedarikçiye iade · zayi · misafire yenisi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İçim aralığı ve kav değerlemesi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Envanter bir varlıktır, zamanla değişir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şarap için durum hesaplanır: erken · içilebilir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zirvede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yakında tüketilmeli · zirveyi geçmiş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Zirveyi geçmek üzere olan şişeler öncelik listesine düşer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Kav değerlemesi: maliyet değeri, satış değeri, potansiyel kâr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Açık şişelerin kalan hacmi de değerlemeye dâhil edilir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Minimum şişe sayısının altına düşen şaraplar için kritik stok uyarısı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Mükerrer ve şüpheli kayıt tespiti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Veri kalitesi kendiliğinden bozulmaz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Aynı barkodun iki farklı kayıtta kullanılması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Aynı üretici + çok benzer ad + aynı rekolte (bulanık eşleştirme)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Mantıksız rekolte — gelecek yıl veya 120 yıldan eski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Fiyat anomalisi — satış fiyatı alış fiyatının altında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Sistem hiçbir kaydı kendiliğinden silmez veya birleştirmez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yalnızca inceleme için uyarır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Menü, Stok ve Maliyet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Kârlılığın sayısal temeli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22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Reçete ve porsiyon maliyeti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Her tabağın gerçek maliyeti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Reçete satırları stok kalemlerine bağlanır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Porsiyon maliyeti, stokun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ağırlıklı ortalama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birim maliyetinden hesaplanır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Fire payı yüzdesi maliyete eklenir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Brüt kâr, marj yüzdesi ve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maliyet oranı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(food cost) otomatik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Alerjen ve beslenme etiketleri (vejetaryen, vegan, glutensiz) ürüne bağlanır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Dinamik fiyatlandırma: happy hour, kampanya, gece yarısını aşan zaman aralıkları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Menü mühendisliği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Hangi ürün kalmalı, hangisi değişmeli?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278684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Kadran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0788" y="2011680"/>
            <a:ext cx="1854403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092" y="2144450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Popülerlik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0056" y="2011680"/>
            <a:ext cx="1642262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44450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Kâr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7182" y="2011680"/>
            <a:ext cx="4612233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3486" y="2144450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Ne yapmalı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2278684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9074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Yıldız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0788" y="2670048"/>
            <a:ext cx="185440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092" y="279074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Yüksek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670048"/>
            <a:ext cx="1642262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79074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Yüksek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7182" y="2670048"/>
            <a:ext cx="461223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3486" y="279074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Koru, öne çıkar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2278684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43082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788" y="3310128"/>
            <a:ext cx="185440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7092" y="343082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Yüksek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3310128"/>
            <a:ext cx="1642262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43082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Düşük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17182" y="3310128"/>
            <a:ext cx="461223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486" y="343082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Maliyeti düşür veya fiyatı gözden geçir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50208"/>
            <a:ext cx="2278684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07090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Bilmece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0788" y="3950208"/>
            <a:ext cx="185440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7092" y="407090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Düşük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950208"/>
            <a:ext cx="1642262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07090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Yüksek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7182" y="3950208"/>
            <a:ext cx="461223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486" y="407090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Tanıt, sommelier önerisine ekle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90288"/>
            <a:ext cx="2278684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471098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Köpek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10788" y="4590288"/>
            <a:ext cx="185440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7092" y="471098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Düşük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6" y="4590288"/>
            <a:ext cx="1642262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471098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Düşük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7182" y="4590288"/>
            <a:ext cx="461223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3486" y="471098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Menüden çıkarmayı değerlendir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67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Kasavana-Smith yöntemi · satış verisinden otomatik hesaplanır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Stok, satın alma ve fire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Girişten çıkışa tam izlenebilirlik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FIFO veya FEFO — kalem bazında seçilir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Son kullanma tarihi yaklaşan partiler için uyarı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Mal kabul: kısmi ret, soğuk zincir kontrolü, otomatik parti oluşturma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Stok sayımı: sistem miktarı ile sayılan karşılaştırılır, fark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hareket olarak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işlenir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Fire kaydı 11 gerekçeyle: bozulma, SKT, kırılma, dökülme, personel yemeği…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Minimum seviye tabanlı sipariş önerisi —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sistem sipariş oluşturmaz, önerir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Teklif karşılaştırma: en ucuz ve en hızlı ayrı ayrı işaretlenir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Stok hareketleri değiştirilemez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Bakiye her zaman doğrulanabilir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giriş ve çıkış ayrı bir hareket kaydı üretir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Kayıt oluştuktan sonra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güncellenemez ve silinemez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kod düzeyinde engellenir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Hata düzeltmesi ters yönlü yeni bir hareketle yapılır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Stok bakiyesi her zaman hareketlerin toplamıyla denetlenebilir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Aynı değişmezlik sadakat puanı ve denetim kaydı için de geçerlidir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Müşteri, Personel ve Raporlar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27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KVKK uyumlu müşteri yönetimi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Veri koruma bir sonradan eklenti değil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Telefon, e-posta ve kimlik bilgileri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şifreli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saklanır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Şifreli alanda arama: geri döndürülemez HMAC özeti üzerinden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Her amaç için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ayrı rıza</a:t>
            </a:r>
            <a:r>
              <a:rPr sz="1450" b="0">
                <a:solidFill>
                  <a:srgbClr val="F2EAEC"/>
                </a:solidFill>
                <a:latin typeface="DejaVu Sans"/>
              </a:rPr>
              <a:t>: hizmet, e-posta, SMS, profilleme, yapay zekâ analizi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Rıza geri çekildiğinde kayıt silinmez — ispat için `geri çekilme zamanı` yazılır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Veri taşınabilirliği: müşterinin tüm verisi tek tıkla dışa aktarılır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Silme hakkı: kişisel veri anonimleştirilir,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mali kayıt yasal süre boyunca korunur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Doğum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yılı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saklanmaz — yalnızca gün ve ay (veri minimizasyonu)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13 rapor · 3 biçim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Türkçe karakter garantisiyle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Satış: günlük özet · ürün ve kategori · ödeme dağılımı · satış tahmini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Şarap: kârlılık · kadeh/şişe karşılaştırması · kav değerlemesi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Stok: fire analizi · stok değerlemesi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Operasyon: masa devir hızı · personel performansı · menü mühendisliği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Yapay zekâ: maliyet ve belirteç kullanımı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PDF · Excel · CSV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üçünde de ç ğ ı İ ö ş ü doğru görünür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Türkçe karakter nasıl garanti ediliyor?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Çoğu sistemin sessizce bozduğu 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Biçim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Sorun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Wine House çözümü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Excel dosyayı yanlış kodlamayla açar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UTF-8 BOM ile yazılır; çift tıklamada bozulmaz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Excel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Sayılar metin olarak yazılır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Sayılar sayı tipinde; TR sayı ve tarih biçimi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Gömülü yazı tipi Türkçe'yi kapsamaz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Sistemdeki TrueType bulunur ve </a:t>
            </a:r>
            <a:r>
              <a:rPr sz="1150" b="1">
                <a:solidFill>
                  <a:srgbClr val="C8A45C"/>
                </a:solidFill>
                <a:latin typeface="DejaVu Sans"/>
              </a:rPr>
              <a:t>gömülür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PDF (yazı tipi yok)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Sessizce bozuk çıktı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Açık hata verilir — bozuk PDF üretilmez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Yardımcı, yetkili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31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Sağlayıcıdan bağımsız mimari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Tek bir şirkete bağlı kalmadan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LM Studio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(yerel)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Anthropic Claude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NVIDIA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Mock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(çevrimdışı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Model adları koda gömülmez — her zaman sağlayıcıdan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canlı okunur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Göreve göre model seçimi: sohbet, kodlama, görsel, analitik, gömme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Zaman aşımı, yeniden deneme, üstel geri çekilme, istek iptali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Yedekleme zinciri: bir sağlayıcı çökerse sıradaki denenir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Zincirin sonunda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daima Mock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bulunur — yapay zekâ akışı hiç çökmez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Gizlilik: buluta ne gidiyor?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Kullanıcı her zaman görür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Varsayılan davranış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Varsayılan sağlayıcı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yerel</a:t>
            </a:r>
            <a:r>
              <a:rPr sz="1250" b="0">
                <a:solidFill>
                  <a:srgbClr val="F2EAEC"/>
                </a:solidFill>
                <a:latin typeface="DejaVu Sans"/>
              </a:rPr>
              <a:t> 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Müşteri verisi işletme dışına çıkmaz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`Yalnızca yerel` modu bulutu tamamen kapatır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Aylık maliyet sınırı aşılırsa bulut engellenir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Buluta gitmesi gerekirse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E-posta, telefon, TCKN, IBAN, kart no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maskelenir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API anahtarları hiçbir koşulda gönderilmez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Kullanıcı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fiilen gönderilen metni</a:t>
            </a:r>
            <a:r>
              <a:rPr sz="1250" b="0">
                <a:solidFill>
                  <a:srgbClr val="F2EAEC"/>
                </a:solidFill>
                <a:latin typeface="DejaVu Sans"/>
              </a:rPr>
              <a:t> ekranda görür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Hangi türden kaç veri maskelendiği raporlanır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Yapay zekâ veritabanına yazamaz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Kesin sınır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öneri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kayıt olarak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saklanır ve insan onayı bekler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Onaylanmadan hiçbir fiyat, stok, menü veya eşleştirme değişmez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Sommelier önerisi yalnızca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kavda stokta olan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şaraplardan seçilir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Sistem istemi sağlık iddiasını ve tıbbi tavsiyeyi açıkça yasaklar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18 yaş sınırı ve sorumlu tüketim her öneri ekranında hatırlatılır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Her çağrı kaydedilir: sağlayıcı, model, belirteç, maliyet, gecikme, sonuç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Güvenlik ve Kalite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35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19 rol · en az yetki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Herkes yalnızca görevini görür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İzin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Yapamadıkları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Garson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Kav yönetimi · kullanıcı ekleme · gün sonu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Sommelier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Gün sonu · ödeme alma · personel yönetimi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Kasiyer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Menü değiştirme · stok düzeltme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Denetçi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Hiçbir yazma işlemi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3036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35106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Sistem yöneticisi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35070" y="523036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1374" y="535106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519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23036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5106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İkinci onay ve denetim kaydı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Görevler ayrılığı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Kritik işlemler onay gerektirir: iptal, iade, limit üstü indirim, ikram, stok düzeltme, geri yükleme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Kullanıcı kendi talebini onaylayamaz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Onay alınmadan işlem uygulanmaz — talep oluşturulur ve süreç durur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Denetim kaydı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değiştirilemez ve silinemez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kod düzeyinde engellenir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Yetki reddi de kaydedilir; yetkisiz erişim denemeleri izlenebilir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Saklama süresi dolan kayıtlar önce arşive yazılır, sonra kaldırılır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Yedekleme ve geri yükleme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Yedek, geri yüklendiği doğrulanana kadar yedek değildir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Şifreli ZIP arşivi + SHA-256 bütünlük özeti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Her yedek alındıktan sonra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otomatik doğrulanır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Geri yükleme ikinci onay gerektirir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Canlı veritabanına yüklemeden önce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otomatik güvenlik yedeği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alınır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Varsayılan hedef test veritabanı — tatbikat yapılabilir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Saklama politikası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en az 3 yedeği daima korur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Windows Görev Zamanlayıcı ile günlük otomatik yedek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Kalite göstergeleri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Ölçüldü, raporlandı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test · tamamı geçiyor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%73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satır kapsamı (tüm kod)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çalışma zamanı bağımlılığında bilinen zafiyet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yüksek/orta seviye statik analiz bulgusu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gizli anahtar taraması bulgusu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23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veritabanı göçü (migration)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Sayılar sürüm anında depodan ölçülmüştür: pytest, coverage, pip-audit/osv-scanner (çalışma zamanı bağımlılıkları), bandit ve semgrep (orta+ seviye), gitleaks. Ayrıntı: PUBLIC_RELEASE_MANIFEST.json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Teknik künye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4572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122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Katman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4572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122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Seçim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23744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1518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Dil / Çatı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23744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1518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Python 3.11+ · Django 5.2 · Django REST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10896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Veritabanı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017520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10896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SQLite (WAL) · PostgreSQL seçeneği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11296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602736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Arayüz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511296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602736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Bootstrap 5.3 + HTMX — </a:t>
            </a:r>
            <a:r>
              <a:rPr sz="1150" b="1">
                <a:solidFill>
                  <a:srgbClr val="C8A45C"/>
                </a:solidFill>
                <a:latin typeface="DejaVu Sans"/>
              </a:rPr>
              <a:t>yerel paketli, CDN yok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09651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Şifreleme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005072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096512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Fernet (AES-128-CBC + HMAC-SHA256)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98848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590288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Raporlama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498848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590288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ReportLab (PDF) · openpyxl (Excel)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92624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0840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Yapay zekâ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4992624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0840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httpx tabanlı özel adaptör katmanı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5778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Kurulum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5486400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557784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Tek PowerShell betiği · çift tıklanan .bat dosyaları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Platformlar &amp; İndirme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Herkese açık GitHub deposu ve hazır paketler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Windows 10/11 (x64)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+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macOS (Apple Silicon)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İndirme: github.com/Azizsekerdil/smart-wine-restaurant-management-system/releases (v0.1.0)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GitHub deposu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herkese açık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: github.com/Azizsekerdil/smart-wine-restaurant-management-system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v0.1.0 sürümü iki paketle yayında: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Windows ZIP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+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macOS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Dürüst durum bildirimi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Tamamlanmamış hiçbir özellik tamamlanmış gibi gösterilmez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Hazır ve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Salon operasyonu · KDS · ödeme · gün sonu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Şarap kavı · kadeh servisi · verim analizi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Stok · satın alma · fire · sayım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CRM · KVKK · personel · 13 rapor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Yapay zekâ katmanı · yedekleme · 19 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Deneysel veya planlandı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Canlı ödeme ve e-Fatura (yalnızca adaptör)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Termal yazıcı sürücüsü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Toplu e-posta/SMS gönderimi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Kav sensör entegrasyonu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Etiket görsel analizi · çok terminalli senkronizasyon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Her özellik uygulamada rozetle işaretlenir: Hazır · Deneysel · Planlandı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Uygulamadan Ekranlar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Gerçek arayüz · sentetik demo verisi · v0.1.0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43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Giriş ekranı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Parola veya hızlı PIN girişi · rol tabanlı yetkilendirme 19 rolle başlar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Ana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Masa durumu, açık adisyon, rezervasyon, kav ve satış özetleri tek bakışta; deneysel özellikler açıkça rozetlenir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Masa planı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a-pl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Bölüm bazlı canlı masa durumu ve açık adisyon bağlantıları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Adisyonlar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i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Fiyat dondurma, satır iptali, indirim/ikram ve onay akışıyla sipariş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Rezervasyonlar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erva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Çakışma denetimi, kapasite kontrolü ve bekleme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Mutfak ekranı (KDS)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ds-mutf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İstasyon ayrımı, fiş ilerletme, gecikme uyarısı ve alerjen gösterimi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Şarap kavı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rap-ka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Şişe/kadeh stoğu, içim aralığı ve fiyatlandırma; sorumlu servis uyarısı her listede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Kav değerlemesi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v-degerl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Maliyet ve satış değeri üzerinden kavın anlık finansal görünümü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Menü ve reçete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Porsiyon maliyeti, alerjen ve beslenme etiketiyle menü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Stok ve satın alma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FIFO/FEFO parti takibi, mal kabul, sayım ve fire akışları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Müşteri ilişkileri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Rıza yönetimi, dışa aktarım, anonimleştirme ve sadakat — KVKK akışları yerleşik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Raporlar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por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13 hazır rapor · PDF, Excel ve CSV dışa aktarım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Yapay zekâ asistanı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apay-ze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Yerel öncelikli sağlayıcılar, maskeleme ve bütçe denetimi; öneri üretir, karar vermez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Eğitim merkezi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gi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Rol bazlı modül ve ders yapısıyla personel eğitimi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C8A45C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2EAEC"/>
                </a:solidFill>
                <a:latin typeface="DejaVu Sans"/>
              </a:rPr>
              <a:t>Akıllı Şarap Restoranı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Yerel çalışır · çevrimdışı dayanıklıdır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Mali kayıtları dondurur, denetim izi bırakır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Kadeh satışını stoktan doğru düşer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Yapay zekâyı yardımcı yapar, yetkili değil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Kişisel veriyi şifreler ve maskeler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A7AE"/>
                </a:solidFill>
                <a:latin typeface="DejaVu Sans"/>
              </a:rPr>
              <a:t>Sürüm 0.1.0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House — Tanıtım</dc:title>
  <dc:subject>Akıllı Şarap Restoranı Yönetim Sistemi</dc:subject>
  <dc:creator>Aziz Şekerdil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